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DATASET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JAROOS Datasets: Two Core Categories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Strategic separation of Voice AI Acoustic Corpora and Pedagogical Learning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4F46E5"/>
                </a:solidFill>
              </a:defRPr>
            </a:pPr>
            <a:r>
              <a:t>🎙️ Category 1: Speech &amp; Voice AI Corpora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4F46E5"/>
                </a:solidFill>
              </a:rPr>
              <a:t>•  Purpose: </a:t>
            </a:r>
            <a:r>
              <a:rPr sz="1000">
                <a:solidFill>
                  <a:srgbClr val="475569"/>
                </a:solidFill>
              </a:rPr>
              <a:t>High-fidelity studio audio recordings used to train and run our on-device Piper Neural Voice AI.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4F46E5"/>
                </a:solidFill>
              </a:rPr>
              <a:t>•  English Voices: </a:t>
            </a:r>
            <a:r>
              <a:rPr sz="1000">
                <a:solidFill>
                  <a:srgbClr val="475569"/>
                </a:solidFill>
              </a:rPr>
              <a:t>Paula Lessac Corpus (Mascot &amp; Talking Tom) and SpringLab Amy Corpus (Teacher &amp; Stories).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4F46E5"/>
                </a:solidFill>
              </a:rPr>
              <a:t>•  Malayalam Voices: </a:t>
            </a:r>
            <a:r>
              <a:rPr sz="1000">
                <a:solidFill>
                  <a:srgbClr val="475569"/>
                </a:solidFill>
              </a:rPr>
              <a:t>Indic TTS Corpus (Arjun voice) and Indic Speech Corpus (Meera voice) for native regional speech.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4F46E5"/>
                </a:solidFill>
              </a:rPr>
              <a:t>•  Phonetic Engine: </a:t>
            </a:r>
            <a:r>
              <a:rPr sz="1000">
                <a:solidFill>
                  <a:srgbClr val="475569"/>
                </a:solidFill>
              </a:rPr>
              <a:t>eSpeak-NG IPA Lexicon mapping English and Malayalam Unicode script to acoustic tokens.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4F46E5"/>
                </a:solidFill>
              </a:rPr>
              <a:t>•  100% Offline Edge Execution: </a:t>
            </a:r>
            <a:r>
              <a:rPr sz="1000">
                <a:solidFill>
                  <a:srgbClr val="475569"/>
                </a:solidFill>
              </a:rPr>
              <a:t>Quantized from 63 MB to 18 MB (INT8) running natively via C++ ONNX Runtime without server or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D9488"/>
                </a:solidFill>
              </a:defRPr>
            </a:pPr>
            <a:r>
              <a:t>📚 Category 2: Educational Curriculum Datasets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Purpose: </a:t>
            </a:r>
            <a:r>
              <a:rPr sz="1000">
                <a:solidFill>
                  <a:srgbClr val="475569"/>
                </a:solidFill>
              </a:rPr>
              <a:t>Curated early childhood learning content bundled directly into the app for interactive preschool education.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Foundational Literacy: </a:t>
            </a:r>
            <a:r>
              <a:rPr sz="1000">
                <a:solidFill>
                  <a:srgbClr val="475569"/>
                </a:solidFill>
              </a:rPr>
              <a:t>26 Alphabet Phonics units (A–Z) with tactile flashcards and neural pronunciation.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Early Numeracy: </a:t>
            </a:r>
            <a:r>
              <a:rPr sz="1000">
                <a:solidFill>
                  <a:srgbClr val="475569"/>
                </a:solidFill>
              </a:rPr>
              <a:t>Numbers 1 to 20 paired with interactive visual countable objects.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Fauna &amp; Bio-Acoustics: </a:t>
            </a:r>
            <a:r>
              <a:rPr sz="1000">
                <a:solidFill>
                  <a:srgbClr val="475569"/>
                </a:solidFill>
              </a:rPr>
              <a:t>12 Wildlife safari animals with biological facts and authentic animal calls.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Bilingual Literature: </a:t>
            </a:r>
            <a:r>
              <a:rPr sz="1000">
                <a:solidFill>
                  <a:srgbClr val="475569"/>
                </a:solidFill>
              </a:rPr>
              <a:t>12 Bedtime Stories: 6 English moral fables + 6 authentic Malayalam folklore tales in native script.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0D9488"/>
                </a:solidFill>
              </a:rPr>
              <a:t>•  Child Safety: </a:t>
            </a:r>
            <a:r>
              <a:rPr sz="1000">
                <a:solidFill>
                  <a:srgbClr val="475569"/>
                </a:solidFill>
              </a:rPr>
              <a:t>100% ad-free, distraction-free, and COPPA-compliant with zero cloud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1 | VOICE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Category 1: Speech &amp; Neural AI Datasets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Acoustic speech corpora and phonetic lexicons powering 100% on-device neural voices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505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2121408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Paula Lessac Corpus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</a:defRPr>
            </a:pPr>
            <a:r>
              <a:t>US English Read Speech (22.05 kHz)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Language: </a:t>
            </a:r>
            <a:r>
              <a:rPr sz="900">
                <a:solidFill>
                  <a:srgbClr val="475569"/>
                </a:solidFill>
              </a:rPr>
              <a:t>American English (Studio).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Model: </a:t>
            </a:r>
            <a:r>
              <a:rPr sz="900">
                <a:solidFill>
                  <a:srgbClr val="475569"/>
                </a:solidFill>
              </a:rPr>
              <a:t>INT8 VITS (18.5 MB).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JAROOS Use: </a:t>
            </a:r>
            <a:r>
              <a:rPr sz="900">
                <a:solidFill>
                  <a:srgbClr val="475569"/>
                </a:solidFill>
              </a:rPr>
              <a:t>Powers primary mascot ('Sparky Kid') and Talking Tom caricature repeat.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Benefit: </a:t>
            </a:r>
            <a:r>
              <a:rPr sz="900">
                <a:solidFill>
                  <a:srgbClr val="475569"/>
                </a:solidFill>
              </a:rPr>
              <a:t>Clear consonant &amp; vowel articulation for toddler pre-reading.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554480"/>
            <a:ext cx="24505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719072"/>
            <a:ext cx="2121408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SpringLab Amy Corpus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</a:defRPr>
            </a:pPr>
            <a:r>
              <a:t>Expressive English Female Voice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Language: </a:t>
            </a:r>
            <a:r>
              <a:rPr sz="900">
                <a:solidFill>
                  <a:srgbClr val="475569"/>
                </a:solidFill>
              </a:rPr>
              <a:t>English (Natural Prosody).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Model: </a:t>
            </a:r>
            <a:r>
              <a:rPr sz="900">
                <a:solidFill>
                  <a:srgbClr val="475569"/>
                </a:solidFill>
              </a:rPr>
              <a:t>INT8 VITS (18.7 MB).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JAROOS Use: </a:t>
            </a:r>
            <a:r>
              <a:rPr sz="900">
                <a:solidFill>
                  <a:srgbClr val="475569"/>
                </a:solidFill>
              </a:rPr>
              <a:t>Patient educator ('Teacher Emma') &amp; Bedtime Story Narrator.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Benefit: </a:t>
            </a:r>
            <a:r>
              <a:rPr sz="900">
                <a:solidFill>
                  <a:srgbClr val="475569"/>
                </a:solidFill>
              </a:rPr>
              <a:t>Calming cadence reduces anxiety during learning and sleep.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554480"/>
            <a:ext cx="24505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121408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Indic TTS Malayalam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</a:defRPr>
            </a:pPr>
            <a:r>
              <a:t>OpenSLR SLR63 / IIT Madras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Language: </a:t>
            </a:r>
            <a:r>
              <a:rPr sz="900">
                <a:solidFill>
                  <a:srgbClr val="475569"/>
                </a:solidFill>
              </a:rPr>
              <a:t>Native Malayalam (Male - Arjun).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Model: </a:t>
            </a:r>
            <a:r>
              <a:rPr sz="900">
                <a:solidFill>
                  <a:srgbClr val="475569"/>
                </a:solidFill>
              </a:rPr>
              <a:t>INT8 VITS (18.3 MB).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JAROOS Use: </a:t>
            </a:r>
            <a:r>
              <a:rPr sz="900">
                <a:solidFill>
                  <a:srgbClr val="475569"/>
                </a:solidFill>
              </a:rPr>
              <a:t>Playful child buddy ('Unni') and explorer ('Appu').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Benefit: </a:t>
            </a:r>
            <a:r>
              <a:rPr sz="900">
                <a:solidFill>
                  <a:srgbClr val="475569"/>
                </a:solidFill>
              </a:rPr>
              <a:t>Authentic mother-tongue dialect and pronunciation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554480"/>
            <a:ext cx="24505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719072"/>
            <a:ext cx="2121408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eSpeak-NG IPA Lexicon</a:t>
            </a:r>
          </a:p>
          <a:p>
            <a:pPr>
              <a:spcAft>
                <a:spcPts val="1000"/>
              </a:spcAft>
              <a:defRPr sz="850">
                <a:solidFill>
                  <a:srgbClr val="475569"/>
                </a:solidFill>
              </a:defRPr>
            </a:pPr>
            <a:r>
              <a:t>Universal Phonetic Engine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Type: </a:t>
            </a:r>
            <a:r>
              <a:rPr sz="900">
                <a:solidFill>
                  <a:srgbClr val="475569"/>
                </a:solidFill>
              </a:rPr>
              <a:t>Grapheme-to-Phoneme (G2P).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Package: </a:t>
            </a:r>
            <a:r>
              <a:rPr sz="900">
                <a:solidFill>
                  <a:srgbClr val="475569"/>
                </a:solidFill>
              </a:rPr>
              <a:t>Shared zip (8.7 MB).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JAROOS Use: </a:t>
            </a:r>
            <a:r>
              <a:rPr sz="900">
                <a:solidFill>
                  <a:srgbClr val="475569"/>
                </a:solidFill>
              </a:rPr>
              <a:t>Converts English text and Malayalam script [\u0D00-\u0D7F] to IPA tokens.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F172A"/>
                </a:solidFill>
              </a:rPr>
              <a:t>• Benefit: </a:t>
            </a:r>
            <a:r>
              <a:rPr sz="900">
                <a:solidFill>
                  <a:srgbClr val="475569"/>
                </a:solidFill>
              </a:rPr>
              <a:t>Correctly handles Malayalam conjuncts and vowel signs.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4F46E5"/>
                </a:solidFill>
              </a:rPr>
              <a:t>⚡ Key Engineering Takeaway: </a:t>
            </a:r>
            <a:r>
              <a:rPr sz="1000">
                <a:solidFill>
                  <a:srgbClr val="0F172A"/>
                </a:solidFill>
              </a:rPr>
              <a:t>All voice models use Post-Training INT8 Quantization (~18 MB each instead of 63 MB FP32), enabling real-time neural inference directly on mobile ARM CPUs via precompiled C++ ONNX Runtime (sherpa_onnx) with zero server, zero cloud bills, and zero network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5603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defRPr b="1" sz="950">
                <a:solidFill>
                  <a:srgbClr val="4F46E5"/>
                </a:solidFill>
              </a:defRPr>
            </a:pPr>
            <a:r>
              <a:t>CATEGORY 2 | EARLY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Category 2: Educational Curriculum Datasets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Curated preschool pedagogical assets, bio-acoustics, and bilingual folklore bundled in the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1. Alphabet Phonics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26 Units (A to Z)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Letter symbol, visual noun (Apple, Ball), and audio prompt.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Tactile flashcards, visual discrimination, and pre-reading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39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2. Numeracy &amp; Counting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20 Units (1 to 20)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Digits 1–20 paired with interactive countable objects.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Builds one-to-one correspondence, counting order, and number sense.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39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3. Wildlife Safari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12 Animal Species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Animal facts, natural habitats, and authentic sound calls (roars, calls).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Encourages biodiversity awareness and auditory bio-acoustic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4. Nutritional &amp; Botanical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12 Fruits &amp; Veggies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Common fruits and vegetables with colors, textures, and health tips.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Teaches healthy eating habits and color/shape vocabulary.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02336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416052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5. Bilingual Moral Stories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12 Literature Units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6 English adapted fables + 6 authentic Malayalam folklore tales in native script.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Moral character building and mother-tongue bilingual preservation with 'Read to Me 🔊'.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023360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16052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6. Nursery Rhymes Dataset</a:t>
            </a:r>
          </a:p>
          <a:p>
            <a:pPr>
              <a:spcAft>
                <a:spcPts val="600"/>
              </a:spcAft>
              <a:defRPr b="1" sz="850">
                <a:solidFill>
                  <a:srgbClr val="475569"/>
                </a:solidFill>
              </a:defRPr>
            </a:pPr>
            <a:r>
              <a:t>Scale: 6 Musical Classics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Content: </a:t>
            </a:r>
            <a:r>
              <a:rPr sz="900">
                <a:solidFill>
                  <a:srgbClr val="475569"/>
                </a:solidFill>
              </a:rPr>
              <a:t>Twinkle Twinkle, Old MacDonald, Wheels on the Bus with audio tunes.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Use: </a:t>
            </a:r>
            <a:r>
              <a:rPr sz="900">
                <a:solidFill>
                  <a:srgbClr val="475569"/>
                </a:solidFill>
              </a:rPr>
              <a:t>Synchronized sing-along lyrics accelerating phonetic memory and auditory rhythm.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4F46E5"/>
                </a:solidFill>
              </a:rPr>
              <a:t>🛡️ Child Privacy &amp; Safety Guarantee: </a:t>
            </a:r>
            <a:r>
              <a:rPr sz="950">
                <a:solidFill>
                  <a:srgbClr val="0F172A"/>
                </a:solidFill>
              </a:rPr>
              <a:t>All curriculum datasets reside 100% locally within the application package. Zero ads, zero tracking analytics, zero external API calls, and fully operational in Airplane Mode.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